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6" r:id="rId3"/>
    <p:sldId id="258" r:id="rId4"/>
    <p:sldId id="259" r:id="rId5"/>
    <p:sldId id="257" r:id="rId6"/>
    <p:sldId id="273" r:id="rId7"/>
    <p:sldId id="274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ED13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26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1B90DC-B59C-4ED5-4276-471FEA86E8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6829953-762C-1993-A4AE-347DAA12C6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38815C-F485-8BE3-4D16-0A85CDBDA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9CB38-FF20-43C5-AB4A-067F9C9AA5E0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E56A35-E82B-5C2E-909F-73D5F6866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A6B83B-5006-F15D-34E8-6B25C5CA3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9C15-E9B9-427D-BCDB-9E57291852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911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D7EA10-135F-3838-629F-7D12FE7C4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63836A-471B-F105-B671-4611CC2576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C7C626-08B4-549D-E451-A9A97CF8E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9CB38-FF20-43C5-AB4A-067F9C9AA5E0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6B300A-1B0A-8226-A8BB-33B035A89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CFC82C-E9D5-1A4B-26B1-9260C2B09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9C15-E9B9-427D-BCDB-9E57291852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4661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514ECA-A1E1-F689-517F-505367DFF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CA7B5D-C55D-D9F2-51EE-FD24F5F428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1EC559-6469-5862-517F-81A20C779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9CB38-FF20-43C5-AB4A-067F9C9AA5E0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6CF2C97-7EB3-CE92-0718-204F82A55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F3325F-96D1-139C-A898-AA8539007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9C15-E9B9-427D-BCDB-9E57291852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5205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D41511-9AF3-DF85-7D0A-E7FB012D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BED536-D016-4722-0BB3-CF1F500B54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8656C34-D6F9-9668-1834-2349EB8E40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E19E8A1-289C-CBFC-9CAB-8D43820D9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9CB38-FF20-43C5-AB4A-067F9C9AA5E0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A44EA28-0C15-1C7E-FB9F-57245270C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7888C0F-25BA-AA00-7929-4D9C55965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9C15-E9B9-427D-BCDB-9E57291852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7118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F05953-AB54-9E7A-F406-EAB4B3C25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677022-9CF7-3C27-77E6-1A9AD773C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0DE6092-4850-477A-1772-71BB220E80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92558DA-C652-89C9-0F56-BEF4BF4DFF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560A91B-28E9-62E1-3CB4-71F05AA176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9B10512-4E94-60A2-0504-E831CBDF5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9CB38-FF20-43C5-AB4A-067F9C9AA5E0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155F4E1-F03C-1AB7-3A5D-05B169AF0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559929F-919F-0FDE-A6DD-FC7E83924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9C15-E9B9-427D-BCDB-9E57291852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5052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A41710-8187-9C44-0F59-EB327A3B9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F737638-0CC5-A4DF-8E80-D3A232E46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9CB38-FF20-43C5-AB4A-067F9C9AA5E0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91B4D2E-D6C5-6C0E-FB60-BAEC98348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9FFA24C-2D9C-E201-797B-4D70FF091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9C15-E9B9-427D-BCDB-9E57291852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21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8551C63-ECFA-9003-6C1A-48212EFBC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9CB38-FF20-43C5-AB4A-067F9C9AA5E0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6E3546-4860-3F3F-45C7-BC766DB72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2AABD3-4CA9-0396-EA5E-89D766BF1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9C15-E9B9-427D-BCDB-9E57291852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5389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E9A77D-D5A8-3BB3-1B0A-014545A67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93DDC4-DB13-7048-8FF1-04C46A9E05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F4D0794-0F2B-07B0-2961-8359AD9A3D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1C464FF-EB9A-4F3B-28F2-AA39DC262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9CB38-FF20-43C5-AB4A-067F9C9AA5E0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6D36344-BD70-708F-8886-05FE9FAEC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F3BE037-EDD8-456C-0FFE-16FB39484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9C15-E9B9-427D-BCDB-9E57291852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9257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4785F1-5F08-8C99-CEFF-6DEBF2415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5A448F0-2067-B5AF-254D-F1BBE9EA4E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F48934B-C09C-C7EB-C432-7DCD4693FD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FE94270-D602-8C9A-85DC-95577898F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9CB38-FF20-43C5-AB4A-067F9C9AA5E0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D5B5B1-A8B7-2436-3278-D42EEF2DF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12D9393-59FF-1C74-C795-BAC5CF7BD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9C15-E9B9-427D-BCDB-9E57291852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1097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21441B-555D-4583-2752-8509FC42B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D6F535B-6C8D-D5DA-8AAE-7C25CB7899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BD4EE2-2BA6-AA84-C8DB-F53A56727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9CB38-FF20-43C5-AB4A-067F9C9AA5E0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592B14-D32E-551E-0D4C-095B84B54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D2588B-FE52-3877-41D9-615F61A52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9C15-E9B9-427D-BCDB-9E57291852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3668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BA5D675-5483-F7A2-B840-7CE5BDA83C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ED7BEA6-3E25-CDB9-EE5D-5725F8CAA3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1D85FA-366C-C033-D64A-1DD107755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9CB38-FF20-43C5-AB4A-067F9C9AA5E0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002823-4C6A-C10A-8753-21352D53B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D2A7B5-8419-5B86-57B4-EF0FBFAA8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89C15-E9B9-427D-BCDB-9E57291852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3729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708E4CC-085A-A0F8-7D00-79B4E7782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7AA4182-1ECF-E6E5-FB91-22FE9DAA25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25D8A4-EE99-52B4-CDC8-554F6AACDD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B9CB38-FF20-43C5-AB4A-067F9C9AA5E0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6308F8-B3EC-A338-13AB-4D2E096021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76BBA5-E377-F9D2-C00B-BBC7D1F020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489C15-E9B9-427D-BCDB-9E57291852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4573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B28D1-EB1F-585E-DFD6-B78826C87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5CCE0347-AE63-6DE6-7437-E15DD0E90FB4}"/>
              </a:ext>
            </a:extLst>
          </p:cNvPr>
          <p:cNvSpPr/>
          <p:nvPr/>
        </p:nvSpPr>
        <p:spPr>
          <a:xfrm>
            <a:off x="5196000" y="2529000"/>
            <a:ext cx="1800000" cy="1800000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35731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>
            <a:extLst>
              <a:ext uri="{FF2B5EF4-FFF2-40B4-BE49-F238E27FC236}">
                <a16:creationId xmlns:a16="http://schemas.microsoft.com/office/drawing/2014/main" id="{5F1E78EC-8FF5-32A1-A3F4-9C6F36C834BC}"/>
              </a:ext>
            </a:extLst>
          </p:cNvPr>
          <p:cNvGrpSpPr/>
          <p:nvPr/>
        </p:nvGrpSpPr>
        <p:grpSpPr>
          <a:xfrm>
            <a:off x="5196000" y="2529000"/>
            <a:ext cx="1800000" cy="1800000"/>
            <a:chOff x="1752600" y="1571625"/>
            <a:chExt cx="1800000" cy="1800000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A1D89F73-0CAD-8521-83B8-21BCC2E8CA9B}"/>
                </a:ext>
              </a:extLst>
            </p:cNvPr>
            <p:cNvSpPr/>
            <p:nvPr/>
          </p:nvSpPr>
          <p:spPr>
            <a:xfrm>
              <a:off x="1752600" y="1571625"/>
              <a:ext cx="1800000" cy="1800000"/>
            </a:xfrm>
            <a:prstGeom prst="roundRect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25B830F1-B31D-694B-2E0D-794EF91797FE}"/>
                </a:ext>
              </a:extLst>
            </p:cNvPr>
            <p:cNvSpPr/>
            <p:nvPr/>
          </p:nvSpPr>
          <p:spPr>
            <a:xfrm>
              <a:off x="2382600" y="2201625"/>
              <a:ext cx="540000" cy="540000"/>
            </a:xfrm>
            <a:prstGeom prst="ellipse">
              <a:avLst/>
            </a:prstGeom>
            <a:solidFill>
              <a:srgbClr val="FF3300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33376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87C3F789-CBBA-A5B3-AA35-70F91FFB6860}"/>
              </a:ext>
            </a:extLst>
          </p:cNvPr>
          <p:cNvGrpSpPr/>
          <p:nvPr/>
        </p:nvGrpSpPr>
        <p:grpSpPr>
          <a:xfrm>
            <a:off x="5196000" y="2529000"/>
            <a:ext cx="1800000" cy="1800000"/>
            <a:chOff x="5295900" y="2314575"/>
            <a:chExt cx="1800000" cy="1800000"/>
          </a:xfrm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EE3AC0BD-05F1-6DAA-2A7F-572CA7F1AC3A}"/>
                </a:ext>
              </a:extLst>
            </p:cNvPr>
            <p:cNvSpPr/>
            <p:nvPr/>
          </p:nvSpPr>
          <p:spPr>
            <a:xfrm>
              <a:off x="5295900" y="2314575"/>
              <a:ext cx="1800000" cy="1800000"/>
            </a:xfrm>
            <a:prstGeom prst="roundRect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CEE86F54-D8CE-5FEE-4DC0-0038C16417EE}"/>
                </a:ext>
              </a:extLst>
            </p:cNvPr>
            <p:cNvSpPr/>
            <p:nvPr/>
          </p:nvSpPr>
          <p:spPr>
            <a:xfrm>
              <a:off x="5655900" y="2674575"/>
              <a:ext cx="360000" cy="36000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621E98BC-0A25-5E12-84B9-AA699EEE69E8}"/>
                </a:ext>
              </a:extLst>
            </p:cNvPr>
            <p:cNvSpPr/>
            <p:nvPr/>
          </p:nvSpPr>
          <p:spPr>
            <a:xfrm>
              <a:off x="6375900" y="3394575"/>
              <a:ext cx="360000" cy="36000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407767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42FA6-FAD0-C2BF-5782-9FF15D045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D3C9ECAE-F656-3438-CB99-17EFA944ABC9}"/>
              </a:ext>
            </a:extLst>
          </p:cNvPr>
          <p:cNvGrpSpPr/>
          <p:nvPr/>
        </p:nvGrpSpPr>
        <p:grpSpPr>
          <a:xfrm>
            <a:off x="5196000" y="2529000"/>
            <a:ext cx="1800000" cy="1800000"/>
            <a:chOff x="5196000" y="2143125"/>
            <a:chExt cx="1800000" cy="1800000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6BC33CAA-11EC-9CC6-C7B0-5A73EE0AA09E}"/>
                </a:ext>
              </a:extLst>
            </p:cNvPr>
            <p:cNvSpPr/>
            <p:nvPr/>
          </p:nvSpPr>
          <p:spPr>
            <a:xfrm>
              <a:off x="5196000" y="2143125"/>
              <a:ext cx="1800000" cy="1800000"/>
            </a:xfrm>
            <a:prstGeom prst="roundRect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F84E8774-D011-DF37-CD95-978D38207B55}"/>
                </a:ext>
              </a:extLst>
            </p:cNvPr>
            <p:cNvSpPr/>
            <p:nvPr/>
          </p:nvSpPr>
          <p:spPr>
            <a:xfrm>
              <a:off x="5451600" y="2398725"/>
              <a:ext cx="360000" cy="360000"/>
            </a:xfrm>
            <a:prstGeom prst="ellipse">
              <a:avLst/>
            </a:prstGeom>
            <a:solidFill>
              <a:srgbClr val="EDED13"/>
            </a:solidFill>
            <a:ln w="57150">
              <a:solidFill>
                <a:schemeClr val="tx1">
                  <a:alpha val="97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DC732BED-743C-6BD2-6664-520B333EA72B}"/>
                </a:ext>
              </a:extLst>
            </p:cNvPr>
            <p:cNvSpPr/>
            <p:nvPr/>
          </p:nvSpPr>
          <p:spPr>
            <a:xfrm>
              <a:off x="5916000" y="2863125"/>
              <a:ext cx="360000" cy="360000"/>
            </a:xfrm>
            <a:prstGeom prst="ellipse">
              <a:avLst/>
            </a:prstGeom>
            <a:solidFill>
              <a:srgbClr val="EDED13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7A25EEC-6310-C185-759D-BDBA29C31F3C}"/>
                </a:ext>
              </a:extLst>
            </p:cNvPr>
            <p:cNvSpPr/>
            <p:nvPr/>
          </p:nvSpPr>
          <p:spPr>
            <a:xfrm>
              <a:off x="6382725" y="3323400"/>
              <a:ext cx="360000" cy="360000"/>
            </a:xfrm>
            <a:prstGeom prst="ellipse">
              <a:avLst/>
            </a:prstGeom>
            <a:solidFill>
              <a:srgbClr val="EDED13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05291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1A00A2D7-41A7-4094-3860-618F4F1B429A}"/>
              </a:ext>
            </a:extLst>
          </p:cNvPr>
          <p:cNvGrpSpPr/>
          <p:nvPr/>
        </p:nvGrpSpPr>
        <p:grpSpPr>
          <a:xfrm>
            <a:off x="5196000" y="2529000"/>
            <a:ext cx="1800000" cy="1800000"/>
            <a:chOff x="5295900" y="2314575"/>
            <a:chExt cx="1800000" cy="1800000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62BF6071-FA92-00B7-4078-F3FCA75FFD5E}"/>
                </a:ext>
              </a:extLst>
            </p:cNvPr>
            <p:cNvSpPr/>
            <p:nvPr/>
          </p:nvSpPr>
          <p:spPr>
            <a:xfrm>
              <a:off x="5295900" y="2314575"/>
              <a:ext cx="1800000" cy="1800000"/>
            </a:xfrm>
            <a:prstGeom prst="roundRect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9612A14F-621F-E654-3327-72BF7B1BEF22}"/>
                </a:ext>
              </a:extLst>
            </p:cNvPr>
            <p:cNvSpPr/>
            <p:nvPr/>
          </p:nvSpPr>
          <p:spPr>
            <a:xfrm>
              <a:off x="5655900" y="2674575"/>
              <a:ext cx="360000" cy="36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3C44830E-14BE-E089-7180-65C0131F5C4E}"/>
                </a:ext>
              </a:extLst>
            </p:cNvPr>
            <p:cNvSpPr/>
            <p:nvPr/>
          </p:nvSpPr>
          <p:spPr>
            <a:xfrm>
              <a:off x="6375900" y="2674575"/>
              <a:ext cx="360000" cy="36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6D53F5B4-8EC5-36E5-3925-F58232D473F1}"/>
                </a:ext>
              </a:extLst>
            </p:cNvPr>
            <p:cNvSpPr/>
            <p:nvPr/>
          </p:nvSpPr>
          <p:spPr>
            <a:xfrm>
              <a:off x="5655900" y="3394575"/>
              <a:ext cx="360000" cy="36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482506D3-6F10-6458-9EAB-E560D67EA59C}"/>
                </a:ext>
              </a:extLst>
            </p:cNvPr>
            <p:cNvSpPr/>
            <p:nvPr/>
          </p:nvSpPr>
          <p:spPr>
            <a:xfrm>
              <a:off x="6375900" y="3394575"/>
              <a:ext cx="360000" cy="36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746437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7EF52-438D-E33A-E049-DFB942AC9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D76D531A-6D8F-B094-0DCE-2CF44C8515BE}"/>
              </a:ext>
            </a:extLst>
          </p:cNvPr>
          <p:cNvGrpSpPr/>
          <p:nvPr/>
        </p:nvGrpSpPr>
        <p:grpSpPr>
          <a:xfrm>
            <a:off x="5196000" y="2529000"/>
            <a:ext cx="1800000" cy="1800000"/>
            <a:chOff x="0" y="0"/>
            <a:chExt cx="1800000" cy="1800000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C6EB8ECF-3CFB-5255-0013-3950629EDCB2}"/>
                </a:ext>
              </a:extLst>
            </p:cNvPr>
            <p:cNvSpPr/>
            <p:nvPr/>
          </p:nvSpPr>
          <p:spPr>
            <a:xfrm>
              <a:off x="0" y="0"/>
              <a:ext cx="1800000" cy="1800000"/>
            </a:xfrm>
            <a:prstGeom prst="roundRect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313E81EC-2C5D-9403-87E1-564E17364908}"/>
                </a:ext>
              </a:extLst>
            </p:cNvPr>
            <p:cNvSpPr/>
            <p:nvPr/>
          </p:nvSpPr>
          <p:spPr>
            <a:xfrm>
              <a:off x="255600" y="255600"/>
              <a:ext cx="360000" cy="36000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57150">
              <a:solidFill>
                <a:schemeClr val="tx1">
                  <a:alpha val="97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633628D6-AA31-7004-2BAD-66634D7913FF}"/>
                </a:ext>
              </a:extLst>
            </p:cNvPr>
            <p:cNvSpPr/>
            <p:nvPr/>
          </p:nvSpPr>
          <p:spPr>
            <a:xfrm>
              <a:off x="720000" y="720000"/>
              <a:ext cx="360000" cy="36000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059409F2-CAF2-E886-C0A8-2D8B5BDBB32F}"/>
                </a:ext>
              </a:extLst>
            </p:cNvPr>
            <p:cNvSpPr/>
            <p:nvPr/>
          </p:nvSpPr>
          <p:spPr>
            <a:xfrm>
              <a:off x="1186725" y="1180275"/>
              <a:ext cx="360000" cy="36000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7F23964F-7133-5E48-73E9-00FB6B745716}"/>
                </a:ext>
              </a:extLst>
            </p:cNvPr>
            <p:cNvSpPr/>
            <p:nvPr/>
          </p:nvSpPr>
          <p:spPr>
            <a:xfrm>
              <a:off x="1186725" y="255600"/>
              <a:ext cx="360000" cy="36000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259C9A19-8FA8-BC73-8D90-82C40255C2D2}"/>
                </a:ext>
              </a:extLst>
            </p:cNvPr>
            <p:cNvSpPr/>
            <p:nvPr/>
          </p:nvSpPr>
          <p:spPr>
            <a:xfrm>
              <a:off x="255600" y="1180275"/>
              <a:ext cx="360000" cy="36000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2347311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5FF5E-3553-D971-ED67-D722C9745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>
            <a:extLst>
              <a:ext uri="{FF2B5EF4-FFF2-40B4-BE49-F238E27FC236}">
                <a16:creationId xmlns:a16="http://schemas.microsoft.com/office/drawing/2014/main" id="{875B1776-A4BE-78B7-8A57-E8D726AB86AE}"/>
              </a:ext>
            </a:extLst>
          </p:cNvPr>
          <p:cNvGrpSpPr/>
          <p:nvPr/>
        </p:nvGrpSpPr>
        <p:grpSpPr>
          <a:xfrm>
            <a:off x="5196000" y="2529000"/>
            <a:ext cx="1800000" cy="1800000"/>
            <a:chOff x="0" y="0"/>
            <a:chExt cx="1800000" cy="1800000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DCDD5DEC-251D-B92C-9669-87D8DEA418F6}"/>
                </a:ext>
              </a:extLst>
            </p:cNvPr>
            <p:cNvSpPr/>
            <p:nvPr/>
          </p:nvSpPr>
          <p:spPr>
            <a:xfrm>
              <a:off x="0" y="0"/>
              <a:ext cx="1800000" cy="1800000"/>
            </a:xfrm>
            <a:prstGeom prst="roundRect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F56C8992-8451-C823-B698-2A7A91A26828}"/>
                </a:ext>
              </a:extLst>
            </p:cNvPr>
            <p:cNvSpPr/>
            <p:nvPr/>
          </p:nvSpPr>
          <p:spPr>
            <a:xfrm>
              <a:off x="360000" y="720000"/>
              <a:ext cx="360000" cy="3600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C72826FF-3886-F614-8D15-626AD37286FB}"/>
                </a:ext>
              </a:extLst>
            </p:cNvPr>
            <p:cNvSpPr/>
            <p:nvPr/>
          </p:nvSpPr>
          <p:spPr>
            <a:xfrm>
              <a:off x="360000" y="1260000"/>
              <a:ext cx="360000" cy="3600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748AF165-86DD-B3B0-9CE7-1182693151B4}"/>
                </a:ext>
              </a:extLst>
            </p:cNvPr>
            <p:cNvSpPr/>
            <p:nvPr/>
          </p:nvSpPr>
          <p:spPr>
            <a:xfrm>
              <a:off x="360000" y="180000"/>
              <a:ext cx="360000" cy="3600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57150">
              <a:solidFill>
                <a:schemeClr val="tx1">
                  <a:alpha val="97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B8B5B4DD-DD0B-2F41-9FA9-6383497D2CE4}"/>
                </a:ext>
              </a:extLst>
            </p:cNvPr>
            <p:cNvSpPr/>
            <p:nvPr/>
          </p:nvSpPr>
          <p:spPr>
            <a:xfrm>
              <a:off x="1080000" y="720000"/>
              <a:ext cx="360000" cy="3600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174B6CFE-CD5D-ADF4-73FC-AE9A51991CBB}"/>
                </a:ext>
              </a:extLst>
            </p:cNvPr>
            <p:cNvSpPr/>
            <p:nvPr/>
          </p:nvSpPr>
          <p:spPr>
            <a:xfrm>
              <a:off x="1080000" y="1260000"/>
              <a:ext cx="360000" cy="3600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0765A1D4-5E05-DB89-9BB8-0C92FB3F2380}"/>
                </a:ext>
              </a:extLst>
            </p:cNvPr>
            <p:cNvSpPr/>
            <p:nvPr/>
          </p:nvSpPr>
          <p:spPr>
            <a:xfrm>
              <a:off x="1080000" y="180000"/>
              <a:ext cx="360000" cy="3600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57150">
              <a:solidFill>
                <a:schemeClr val="tx1">
                  <a:alpha val="97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74144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0</Words>
  <Application>Microsoft Office PowerPoint</Application>
  <PresentationFormat>와이드스크린</PresentationFormat>
  <Paragraphs>0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정태현</dc:creator>
  <cp:lastModifiedBy>정태현</cp:lastModifiedBy>
  <cp:revision>2</cp:revision>
  <dcterms:created xsi:type="dcterms:W3CDTF">2025-12-10T07:40:56Z</dcterms:created>
  <dcterms:modified xsi:type="dcterms:W3CDTF">2025-12-10T08:17:52Z</dcterms:modified>
</cp:coreProperties>
</file>